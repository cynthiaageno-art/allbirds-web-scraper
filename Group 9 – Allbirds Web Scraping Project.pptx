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group. We scraped, cleaned, stored and analysed Allbirds product data over five collection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never bypass controls; we respect robots.txt.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tool serves one stage of the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top to bottom. Reconnaissance came first: robots.txt before anything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failure was useful: it taught us to build retry handling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confirmed permission before scraping: the ethical foundation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features protect both the site and the integrity of our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5 versus 7 days: academic integrity.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unique constraint lets us re-run the pipeline without duplicating observations.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missing prices and identifiers, but flag the 0.80 minimum and odd product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 is 105; the mean of 101.84 is pulled down by the 0.80 minimum.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Availability barely moved: short-term 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small but real signal. Long-term trends need more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recommendations: it shows critical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DB and charts open in tabs to show live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DSC2107 – DATA MINING AND WRANGLING · GROUP 9 Web Scraping, Data Cleaning and Temporal Analysis of Allbirds Product Data Agenorwot Cynthia Jillian · Ayoo Alice · Ngobi Jonah · Jjumba · Keji Flora Uganda Christian University — Faculty of Engineering, Design and Technology 15 – 19 October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 descr="Problem Statement &amp; Objectives Problem E-commerce data is messy: missing values, inconsistent formats, changing availability Comparing over time needs a reproducible pipeline Objectives Inspect site and robots.txt Scrape where permitted; collect repeatedly Clean with Pandas; design SQLite DB Validate data; visualise findings Check availability changes over time Group 9 · DSC2107 · Allbirds Web Scra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 descr="Tools &amp; Technologies Tool Purpose Python Main language Requests · urllib.robotparser HTTP requests · robots.txt checks BeautifulSoup Practice HTML scraping Pandas Cleaning and transformation JSON · SQLite Raw snapshots · relational storage Matplotlib Charts Jupyter / VS Code Development Group 9 · DSC2107 · Allbirds Web Scra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 descr="Methodology: The Pipeline STEP 1 Reconnaissance STEP 2 Scraper STEP 3 Raw JSON snapshots STEP 4 Clean + Load (Pandas) STEP 5 SQLite: products + observations STEP 6 Analysis (Matplotlib) Group 9 · DSC2107 · Allbirds Web Scra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 descr="Day 1: Practice Scrape (Books to Scrape) Extracted title, price, availability, star rating, URL Followed pagination via the “next” link Result: 20 records, then a ConnectionError (read timeout) Lesson: extraction works, but retries and delays are needed This shaped the Allbirds scraper: timeouts, 3–5 s delays, retry logic Group 9 · DSC2107 · Allbirds Web Scra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 descr="Day 2: Reconnaissance (robots.txt &amp; Feed) robots.txt Checked with urllib.robotparser Feed allowed: True Feed: allbirds.com/products.json HTTP 200, application/json JSON structure Top-level key: products Product: id, title, handle, vendor, product_type, tags, variants, options Variant: id, title, option1–3, available, price Group 9 · DSC2107 · Allbirds Web Scra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 descr="Day 3: Scraper Development Pagination: 250 + 250 + 192 = 692 products 25 s timeouts; random 3–5 s delay between pages 4 retries with exponential backoff; stops on HTTP 401 / 403 / 429 Never overwrites earlier UTC-timestamped snapshots Page 1: received 250, new 250, total 250 Page 2: received 250, new 250, total 500 Page 3: received 192, new 192, total 692 Saved: data\raw\allbirds_raw_2026-10-19.json Group 9 · DSC2107 · Allbirds Web Scra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 descr="Collection Results 7 raw snapshot files 5 distinct dates 692 unique products 52,178 variant observations Date Observations 2026-10-15 7,454 2026-10-16 · 2 runs 14,908 2026-10-17 · 2 runs 14,908 2026-10-18 · 2026-10-19 7,454 each Intended 7 consecutive days; achieved 5 distinct dates. Documented as a limitation. Group 9 · DSC2107 · Allbirds Web Scra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 descr="Database Design (SQLite) products · one row per product product_id (PK) title, product_type, vendor tags, handle, product_url observations · one row per variant per timestamp observation_id (PK), product_id (FK) scraped_at, variant_id, variant_title size, price, available UNIQUE (product_id, variant_id, scraped_at) prevents duplicates, so the pipeline can be re-run safely. products 1 ── ∞ observations Group 9 · DSC2107 · Allbirds Web Scra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 descr="Data Quality (Validation Results) Measure Result Snapshots processed 7 Missing prices 0 ✓ Missing identifiers 0 ✓ Duplicate keys 0 Mean · median price 101.84 · 105 IQR · range 75–130 · 0.80–165 Price minimum 0.80 is likely a placeholder. product_type has blank (7) and “return,package_protection” (1): excluded from category averages. Group 9 · DSC2107 · Allbirds Web Scra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 descr="Charts 1 &amp; 2: Price Analysis Prices cluster between 75 and 130 Left tail to 0.80, right tail to 165 Shoes, Socks, Apparel, Underwear Blank and package types excluded Group 9 · DSC2107 · Allbirds Web Scra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 descr="Charts 3, 4 &amp; 5: Availability Over Time 31.5% of variants available (16,406 of 52,178) 31.1–31.7% daily availability, five dates Available variants per date: 2,346 → 4,732 → 4,682 → 2,328 → 2,318 Average daily price stable across all five dates Insert charts 03, 04, 05 beside this slide as images Group 9 · DSC2107 · Allbirds Web Scra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 descr="Chart 6 &amp; Temporal Change Boxplot: available vs unavailable Similar distributions: availability is not strongly price-driven 70 of 7,454 variants changed availability (0.94%); 7,384 unchanged Group 9 · DSC2107 · Allbirds Web Scra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 descr="Findings, Limitations &amp; Recommendations ✅ Key findings 692 products, 52,178 observations 0 missing prices or IDs Mean 101.84, median 105 ~31.5% available, stable 70 variants changed ⚠️ Limitations 5 dates, not 7 Books practice run timed out Price min 0.80, odd types Short-term view only 💡 Recommendations Longer collection window Exclude non-product types Fix scraper.ipynb placeholder logic Extend retry / timeout handling Group 9 · DSC2107 · Allbirds Web Scra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 descr="Thank you. Questions? Group 9 · DSC2107 – Data Mining and Wrangling Repo: WEB SCRAPING/ · DB: data/allbirds.db · Charts: outputs/charts/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9 – Allbirds Web Scraping Project</dc:title>
  <dc:subject/>
  <dc:creator/>
  <cp:lastModifiedBy/>
  <cp:revision>1</cp:revision>
  <dcterms:created xsi:type="dcterms:W3CDTF">2026-10-19T18:35:22Z</dcterms:created>
  <dcterms:modified xsi:type="dcterms:W3CDTF">2026-10-19T18:35:22Z</dcterms:modified>
</cp:coreProperties>
</file>